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7" r:id="rId5"/>
    <p:sldId id="294" r:id="rId6"/>
    <p:sldId id="290" r:id="rId7"/>
    <p:sldId id="285" r:id="rId8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_Image version" id="{E8D0D622-F6C6-F44A-B365-B4A5FF6195C2}">
          <p14:sldIdLst>
            <p14:sldId id="287"/>
          </p14:sldIdLst>
        </p14:section>
        <p14:section name="Contents page" id="{9D221634-295C-7843-AF5C-A0CB4F229241}">
          <p14:sldIdLst>
            <p14:sldId id="294"/>
          </p14:sldIdLst>
        </p14:section>
        <p14:section name="Chapter page" id="{FD05EE94-C931-8C4B-83A2-004B32AA1207}">
          <p14:sldIdLst>
            <p14:sldId id="290"/>
            <p14:sldId id="285"/>
          </p14:sldIdLst>
        </p14:section>
        <p14:section name="End page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000000"/>
    <a:srgbClr val="E9002F"/>
    <a:srgbClr val="575756"/>
    <a:srgbClr val="4B4C4B"/>
    <a:srgbClr val="353530"/>
    <a:srgbClr val="4D4D4C"/>
    <a:srgbClr val="DD4654"/>
    <a:srgbClr val="FFFFFF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467"/>
  </p:normalViewPr>
  <p:slideViewPr>
    <p:cSldViewPr snapToGrid="0" snapToObjects="1">
      <p:cViewPr varScale="1">
        <p:scale>
          <a:sx n="81" d="100"/>
          <a:sy n="81" d="100"/>
        </p:scale>
        <p:origin x="-2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5C5C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0F3-3D4F-8E8F-DC07C0A40CB4}"/>
              </c:ext>
            </c:extLst>
          </c:dPt>
          <c:dPt>
            <c:idx val="1"/>
            <c:invertIfNegative val="0"/>
            <c:bubble3D val="0"/>
            <c:spPr>
              <a:solidFill>
                <a:srgbClr val="92929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0F3-3D4F-8E8F-DC07C0A40CB4}"/>
              </c:ext>
            </c:extLst>
          </c:dPt>
          <c:dPt>
            <c:idx val="2"/>
            <c:invertIfNegative val="0"/>
            <c:bubble3D val="0"/>
            <c:spPr>
              <a:solidFill>
                <a:srgbClr val="66666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0F3-3D4F-8E8F-DC07C0A40CB4}"/>
              </c:ext>
            </c:extLst>
          </c:dPt>
          <c:dPt>
            <c:idx val="3"/>
            <c:invertIfNegative val="0"/>
            <c:bubble3D val="0"/>
            <c:spPr>
              <a:solidFill>
                <a:srgbClr val="E9002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0F3-3D4F-8E8F-DC07C0A40CB4}"/>
              </c:ext>
            </c:extLst>
          </c:dPt>
          <c:dPt>
            <c:idx val="4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0F3-3D4F-8E8F-DC07C0A40CB4}"/>
              </c:ext>
            </c:extLst>
          </c:dPt>
          <c:dPt>
            <c:idx val="5"/>
            <c:invertIfNegative val="0"/>
            <c:bubble3D val="0"/>
            <c:spPr>
              <a:solidFill>
                <a:srgbClr val="FBA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0F3-3D4F-8E8F-DC07C0A40CB4}"/>
              </c:ext>
            </c:extLst>
          </c:dPt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S. &amp; Cent.</c:v>
                </c:pt>
                <c:pt idx="2">
                  <c:v>Europe &amp;</c:v>
                </c:pt>
                <c:pt idx="3">
                  <c:v>Middle</c:v>
                </c:pt>
                <c:pt idx="4">
                  <c:v>Africa</c:v>
                </c:pt>
                <c:pt idx="5">
                  <c:v>Asia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50</c:v>
                </c:pt>
                <c:pt idx="2">
                  <c:v>70</c:v>
                </c:pt>
                <c:pt idx="3">
                  <c:v>140</c:v>
                </c:pt>
                <c:pt idx="4">
                  <c:v>70</c:v>
                </c:pt>
                <c:pt idx="5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3-3D4F-8E8F-DC07C0A40C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6"/>
        <c:overlap val="9"/>
        <c:axId val="-1362370064"/>
        <c:axId val="-1362383664"/>
      </c:barChart>
      <c:catAx>
        <c:axId val="-136237006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1362383664"/>
        <c:crosses val="autoZero"/>
        <c:auto val="1"/>
        <c:lblAlgn val="ctr"/>
        <c:lblOffset val="100"/>
        <c:noMultiLvlLbl val="0"/>
      </c:catAx>
      <c:valAx>
        <c:axId val="-1362383664"/>
        <c:scaling>
          <c:orientation val="minMax"/>
          <c:max val="160"/>
          <c:min val="0"/>
        </c:scaling>
        <c:delete val="1"/>
        <c:axPos val="l"/>
        <c:majorGridlines>
          <c:spPr>
            <a:ln w="9525" cap="flat" cmpd="sng" algn="ctr">
              <a:solidFill>
                <a:srgbClr val="C5C5C5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136237006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15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707688"/>
            <a:ext cx="22381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4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Contents</a:t>
            </a:r>
            <a:endParaRPr kumimoji="1" lang="zh-CN" altLang="en-US" sz="3636" dirty="0">
              <a:solidFill>
                <a:schemeClr val="tx1"/>
              </a:solidFill>
              <a:latin typeface="Arial" panose="020B0604020202020204" pitchFamily="34" charset="0"/>
              <a:ea typeface="Microsoft YaHei" charset="-122"/>
              <a:cs typeface="Arial" panose="020B0604020202020204" pitchFamily="34" charset="0"/>
            </a:endParaRPr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7792" y="1349255"/>
            <a:ext cx="2009322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44EC82C-525F-C34C-AB0C-24955CEA02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7908" y="1900238"/>
            <a:ext cx="10122060" cy="3013725"/>
          </a:xfrm>
          <a:prstGeom prst="rect">
            <a:avLst/>
          </a:prstGeom>
        </p:spPr>
        <p:txBody>
          <a:bodyPr lIns="0" tIns="0" rIns="0" bIns="0"/>
          <a:lstStyle>
            <a:lvl1pPr marL="412750" indent="-398463">
              <a:lnSpc>
                <a:spcPts val="214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076" y="5972665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23883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350" y="5239240"/>
            <a:ext cx="1875600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44" y="1474840"/>
            <a:ext cx="3984232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9357" y="2343267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7672" y="1654431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38131F-E767-8C4B-9C7A-D10F13F75A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9716F5-BA15-8E49-87BC-A78702BC9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Department name:</a:t>
            </a:r>
          </a:p>
          <a:p>
            <a:r>
              <a:rPr kumimoji="1" lang="en-US" altLang="zh-CN" dirty="0"/>
              <a:t>Author’s name:</a:t>
            </a:r>
          </a:p>
          <a:p>
            <a:r>
              <a:rPr kumimoji="1" lang="en-US" altLang="zh-CN" dirty="0"/>
              <a:t>Date:</a:t>
            </a:r>
            <a:endParaRPr kumimoji="1"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0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55250E6-9A98-A349-9E55-0FC2F62C7A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681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SIMAP and Active and Passive Inventory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EDFDA2-CD60-41E4-BDD7-D7DEE5E62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1" y="1269542"/>
            <a:ext cx="2921150" cy="486435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81CA45-D09D-4E47-BBB1-E4D3332B7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742" y="1373934"/>
            <a:ext cx="2692538" cy="146692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6082336-A4BF-4792-A756-00751B14202D}"/>
              </a:ext>
            </a:extLst>
          </p:cNvPr>
          <p:cNvSpPr txBox="1"/>
          <p:nvPr/>
        </p:nvSpPr>
        <p:spPr>
          <a:xfrm>
            <a:off x="6098381" y="1054685"/>
            <a:ext cx="2692538" cy="24622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draft-</a:t>
            </a:r>
            <a:r>
              <a:rPr lang="en-US" sz="1000" b="1" dirty="0" err="1"/>
              <a:t>ietf</a:t>
            </a:r>
            <a:r>
              <a:rPr lang="en-US" sz="1000" b="1" dirty="0"/>
              <a:t>-ivy-network-inventory-topology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195132-481E-4D2A-8B20-A1B88E49C627}"/>
              </a:ext>
            </a:extLst>
          </p:cNvPr>
          <p:cNvSpPr txBox="1"/>
          <p:nvPr/>
        </p:nvSpPr>
        <p:spPr>
          <a:xfrm>
            <a:off x="3122518" y="1654678"/>
            <a:ext cx="945930" cy="2462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rfc8345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0C8C09-EE00-45E8-8F79-0010EB2D755E}"/>
              </a:ext>
            </a:extLst>
          </p:cNvPr>
          <p:cNvSpPr txBox="1"/>
          <p:nvPr/>
        </p:nvSpPr>
        <p:spPr>
          <a:xfrm>
            <a:off x="404648" y="973311"/>
            <a:ext cx="2362199" cy="246221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draft-havel-nmop-simap-yang-01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F24FF73-2E57-4454-88ED-95F2A913F1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2195" y="1586342"/>
            <a:ext cx="2933851" cy="467384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516BB8-3681-415B-9FCE-1DE3E3E66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8634" y="1930346"/>
            <a:ext cx="3661779" cy="1624177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5151B3B-9729-45B3-B127-9BE652C78FDD}"/>
              </a:ext>
            </a:extLst>
          </p:cNvPr>
          <p:cNvSpPr txBox="1"/>
          <p:nvPr/>
        </p:nvSpPr>
        <p:spPr>
          <a:xfrm>
            <a:off x="9396314" y="1054684"/>
            <a:ext cx="2692538" cy="24622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draft-</a:t>
            </a:r>
            <a:r>
              <a:rPr lang="en-US" sz="1000" b="1" dirty="0" err="1"/>
              <a:t>ietf</a:t>
            </a:r>
            <a:r>
              <a:rPr lang="en-US" sz="1000" b="1" dirty="0"/>
              <a:t>-ivy-network-inventory-yang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D20D37A-0CDB-4997-8766-4E85FE4534CB}"/>
              </a:ext>
            </a:extLst>
          </p:cNvPr>
          <p:cNvCxnSpPr/>
          <p:nvPr/>
        </p:nvCxnSpPr>
        <p:spPr>
          <a:xfrm flipV="1">
            <a:off x="4068448" y="1777788"/>
            <a:ext cx="2434828" cy="1063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FBA19F-68CA-4AD8-9C71-8F463BA99327}"/>
              </a:ext>
            </a:extLst>
          </p:cNvPr>
          <p:cNvCxnSpPr>
            <a:cxnSpLocks/>
          </p:cNvCxnSpPr>
          <p:nvPr/>
        </p:nvCxnSpPr>
        <p:spPr>
          <a:xfrm>
            <a:off x="7898524" y="1777788"/>
            <a:ext cx="163257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BDB8DDB-50C3-4F8D-A847-B6D575B730FF}"/>
              </a:ext>
            </a:extLst>
          </p:cNvPr>
          <p:cNvSpPr txBox="1"/>
          <p:nvPr/>
        </p:nvSpPr>
        <p:spPr>
          <a:xfrm>
            <a:off x="4554003" y="3923262"/>
            <a:ext cx="3202631" cy="209288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500" dirty="0"/>
              <a:t> module: </a:t>
            </a:r>
            <a:r>
              <a:rPr lang="en-US" sz="500" dirty="0" err="1"/>
              <a:t>ietf</a:t>
            </a:r>
            <a:r>
              <a:rPr lang="en-US" sz="500" dirty="0"/>
              <a:t>-</a:t>
            </a:r>
            <a:r>
              <a:rPr lang="en-US" sz="500" dirty="0" err="1"/>
              <a:t>nwi</a:t>
            </a:r>
            <a:r>
              <a:rPr lang="en-US" sz="500" dirty="0"/>
              <a:t>-passive-inventory</a:t>
            </a:r>
          </a:p>
          <a:p>
            <a:endParaRPr lang="en-US" sz="500" dirty="0"/>
          </a:p>
          <a:p>
            <a:r>
              <a:rPr lang="en-US" sz="500" dirty="0"/>
              <a:t>     augment /</a:t>
            </a:r>
            <a:r>
              <a:rPr lang="en-US" sz="500" dirty="0" err="1"/>
              <a:t>nwi:network-inventory</a:t>
            </a:r>
            <a:r>
              <a:rPr lang="en-US" sz="500" dirty="0"/>
              <a:t>:</a:t>
            </a:r>
          </a:p>
          <a:p>
            <a:r>
              <a:rPr lang="en-US" sz="500" dirty="0"/>
              <a:t>       +--</a:t>
            </a:r>
            <a:r>
              <a:rPr lang="en-US" sz="500" dirty="0" err="1"/>
              <a:t>rw</a:t>
            </a:r>
            <a:r>
              <a:rPr lang="en-US" sz="500" dirty="0"/>
              <a:t> cable* [id]</a:t>
            </a:r>
          </a:p>
          <a:p>
            <a:r>
              <a:rPr lang="en-US" sz="500" dirty="0"/>
              <a:t>              ……….</a:t>
            </a:r>
          </a:p>
          <a:p>
            <a:r>
              <a:rPr lang="en-US" sz="500" dirty="0"/>
              <a:t>              ………..</a:t>
            </a:r>
          </a:p>
          <a:p>
            <a:r>
              <a:rPr lang="en-US" sz="500" dirty="0"/>
              <a:t>|              +--</a:t>
            </a:r>
            <a:r>
              <a:rPr lang="en-US" sz="500" dirty="0" err="1"/>
              <a:t>rw</a:t>
            </a:r>
            <a:r>
              <a:rPr lang="en-US" sz="500" dirty="0"/>
              <a:t> component-ref?   </a:t>
            </a:r>
            <a:r>
              <a:rPr lang="en-US" sz="500" dirty="0" err="1"/>
              <a:t>leafref</a:t>
            </a:r>
            <a:endParaRPr lang="en-US" sz="500" dirty="0"/>
          </a:p>
          <a:p>
            <a:r>
              <a:rPr lang="en-US" sz="500" dirty="0"/>
              <a:t>       +--</a:t>
            </a:r>
            <a:r>
              <a:rPr lang="en-US" sz="500" dirty="0" err="1"/>
              <a:t>rw</a:t>
            </a:r>
            <a:r>
              <a:rPr lang="en-US" sz="500" dirty="0"/>
              <a:t> passive-device* [id]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id              string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ro</a:t>
            </a:r>
            <a:r>
              <a:rPr lang="en-US" sz="500" dirty="0"/>
              <a:t> </a:t>
            </a:r>
            <a:r>
              <a:rPr lang="en-US" sz="500" dirty="0" err="1"/>
              <a:t>uuid</a:t>
            </a:r>
            <a:r>
              <a:rPr lang="en-US" sz="500" dirty="0"/>
              <a:t>?           </a:t>
            </a:r>
            <a:r>
              <a:rPr lang="en-US" sz="500" dirty="0" err="1"/>
              <a:t>yang:uuid</a:t>
            </a:r>
            <a:endParaRPr lang="en-US" sz="500" dirty="0"/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name?           string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description?    string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alias?          string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device-type?    </a:t>
            </a:r>
            <a:r>
              <a:rPr lang="en-US" sz="500" dirty="0" err="1"/>
              <a:t>identityref</a:t>
            </a:r>
            <a:endParaRPr lang="en-US" sz="500" dirty="0"/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custom-tags*    string</a:t>
            </a:r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location-ref?   </a:t>
            </a:r>
            <a:r>
              <a:rPr lang="en-US" sz="500" dirty="0" err="1"/>
              <a:t>nil:ni-location-ref</a:t>
            </a:r>
            <a:endParaRPr lang="en-US" sz="500" dirty="0"/>
          </a:p>
          <a:p>
            <a:r>
              <a:rPr lang="en-US" sz="500" dirty="0"/>
              <a:t>          +--</a:t>
            </a:r>
            <a:r>
              <a:rPr lang="en-US" sz="500" dirty="0" err="1"/>
              <a:t>rw</a:t>
            </a:r>
            <a:r>
              <a:rPr lang="en-US" sz="500" dirty="0"/>
              <a:t> passive-port* [id]</a:t>
            </a:r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id                string</a:t>
            </a:r>
          </a:p>
          <a:p>
            <a:r>
              <a:rPr lang="en-US" sz="500" dirty="0"/>
              <a:t>             +--</a:t>
            </a:r>
            <a:r>
              <a:rPr lang="en-US" sz="500" dirty="0" err="1"/>
              <a:t>ro</a:t>
            </a:r>
            <a:r>
              <a:rPr lang="en-US" sz="500" dirty="0"/>
              <a:t> </a:t>
            </a:r>
            <a:r>
              <a:rPr lang="en-US" sz="500" dirty="0" err="1"/>
              <a:t>uuid</a:t>
            </a:r>
            <a:r>
              <a:rPr lang="en-US" sz="500" dirty="0"/>
              <a:t>?             </a:t>
            </a:r>
            <a:r>
              <a:rPr lang="en-US" sz="500" dirty="0" err="1"/>
              <a:t>yang:uuid</a:t>
            </a:r>
            <a:endParaRPr lang="en-US" sz="500" dirty="0"/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name?             string</a:t>
            </a:r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description?      string</a:t>
            </a:r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alias?            string</a:t>
            </a:r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port-type?        </a:t>
            </a:r>
            <a:r>
              <a:rPr lang="en-US" sz="500" dirty="0" err="1"/>
              <a:t>identityref</a:t>
            </a:r>
            <a:endParaRPr lang="en-US" sz="500" dirty="0"/>
          </a:p>
          <a:p>
            <a:r>
              <a:rPr lang="en-US" sz="500" dirty="0"/>
              <a:t>             +--</a:t>
            </a:r>
            <a:r>
              <a:rPr lang="en-US" sz="500" dirty="0" err="1"/>
              <a:t>rw</a:t>
            </a:r>
            <a:r>
              <a:rPr lang="en-US" sz="500" dirty="0"/>
              <a:t> fiber-core-num?   uint32</a:t>
            </a:r>
          </a:p>
          <a:p>
            <a:endParaRPr lang="en-US" sz="500" dirty="0"/>
          </a:p>
          <a:p>
            <a:r>
              <a:rPr lang="en-US" sz="500" dirty="0"/>
              <a:t>            Figure 3: Tree diagram for passive network inventory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F62899F-2E71-4EAD-A2D6-3F42887A2088}"/>
              </a:ext>
            </a:extLst>
          </p:cNvPr>
          <p:cNvCxnSpPr>
            <a:cxnSpLocks/>
          </p:cNvCxnSpPr>
          <p:nvPr/>
        </p:nvCxnSpPr>
        <p:spPr>
          <a:xfrm>
            <a:off x="4100818" y="2887648"/>
            <a:ext cx="739196" cy="1791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464796-CE49-4F81-A029-5EF65B01A15F}"/>
              </a:ext>
            </a:extLst>
          </p:cNvPr>
          <p:cNvSpPr txBox="1"/>
          <p:nvPr/>
        </p:nvSpPr>
        <p:spPr>
          <a:xfrm>
            <a:off x="3158677" y="3973514"/>
            <a:ext cx="1239122" cy="169277"/>
          </a:xfrm>
          <a:prstGeom prst="rect">
            <a:avLst/>
          </a:prstGeom>
          <a:solidFill>
            <a:srgbClr val="C7000B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1" lang="en-US" sz="1100" b="1" dirty="0">
                <a:solidFill>
                  <a:schemeClr val="tx2"/>
                </a:solidFill>
                <a:ea typeface="Microsoft YaHei" panose="020B0503020204020204" pitchFamily="34" charset="-122"/>
                <a:cs typeface="Arial" panose="020B0604020202020204" pitchFamily="34" charset="0"/>
              </a:rPr>
              <a:t>Added in ontology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E31B53-E50B-4340-9FF4-CDECC0D20A00}"/>
              </a:ext>
            </a:extLst>
          </p:cNvPr>
          <p:cNvSpPr txBox="1"/>
          <p:nvPr/>
        </p:nvSpPr>
        <p:spPr>
          <a:xfrm>
            <a:off x="4779306" y="3638223"/>
            <a:ext cx="2692538" cy="246221"/>
          </a:xfrm>
          <a:prstGeom prst="rect">
            <a:avLst/>
          </a:prstGeom>
          <a:solidFill>
            <a:srgbClr val="00B0F0"/>
          </a:solidFill>
        </p:spPr>
        <p:txBody>
          <a:bodyPr wrap="square">
            <a:spAutoFit/>
          </a:bodyPr>
          <a:lstStyle/>
          <a:p>
            <a:r>
              <a:rPr lang="en-US" sz="1000" b="1" dirty="0"/>
              <a:t>draft-</a:t>
            </a:r>
            <a:r>
              <a:rPr lang="en-US" sz="1000" b="1" dirty="0" err="1"/>
              <a:t>ygb</a:t>
            </a:r>
            <a:r>
              <a:rPr lang="en-US" sz="1000" b="1" dirty="0"/>
              <a:t>-ivy-passive-network-inventory</a:t>
            </a:r>
          </a:p>
        </p:txBody>
      </p:sp>
    </p:spTree>
    <p:extLst>
      <p:ext uri="{BB962C8B-B14F-4D97-AF65-F5344CB8AC3E}">
        <p14:creationId xmlns:p14="http://schemas.microsoft.com/office/powerpoint/2010/main" val="6572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B7AF9F8-10E2-ED49-B5CD-A5C4243C1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699289"/>
              </p:ext>
            </p:extLst>
          </p:nvPr>
        </p:nvGraphicFramePr>
        <p:xfrm>
          <a:off x="4953403" y="2284225"/>
          <a:ext cx="6417697" cy="3705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543">
                  <a:extLst>
                    <a:ext uri="{9D8B030D-6E8A-4147-A177-3AD203B41FA5}">
                      <a16:colId xmlns:a16="http://schemas.microsoft.com/office/drawing/2014/main" val="3290653754"/>
                    </a:ext>
                  </a:extLst>
                </a:gridCol>
                <a:gridCol w="936978">
                  <a:extLst>
                    <a:ext uri="{9D8B030D-6E8A-4147-A177-3AD203B41FA5}">
                      <a16:colId xmlns:a16="http://schemas.microsoft.com/office/drawing/2014/main" val="2226355419"/>
                    </a:ext>
                  </a:extLst>
                </a:gridCol>
                <a:gridCol w="948266">
                  <a:extLst>
                    <a:ext uri="{9D8B030D-6E8A-4147-A177-3AD203B41FA5}">
                      <a16:colId xmlns:a16="http://schemas.microsoft.com/office/drawing/2014/main" val="1019984887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4189785689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50060077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71514843"/>
                    </a:ext>
                  </a:extLst>
                </a:gridCol>
                <a:gridCol w="936976">
                  <a:extLst>
                    <a:ext uri="{9D8B030D-6E8A-4147-A177-3AD203B41FA5}">
                      <a16:colId xmlns:a16="http://schemas.microsoft.com/office/drawing/2014/main" val="3567691634"/>
                    </a:ext>
                  </a:extLst>
                </a:gridCol>
              </a:tblGrid>
              <a:tr h="595196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FF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T-Mobile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Huawei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70" b="1" kern="120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50" b="1" kern="1200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Orange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7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 Mobile</a:t>
                      </a: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 Telecom 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en-US" sz="950" b="1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950" b="1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China Unicom</a:t>
                      </a:r>
                      <a:endParaRPr lang="en-US" sz="950" dirty="0">
                        <a:solidFill>
                          <a:schemeClr val="tx1">
                            <a:lumMod val="90000"/>
                            <a:lumOff val="10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8218184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22M-40M</a:t>
                      </a:r>
                    </a:p>
                  </a:txBody>
                  <a:tcPr marL="72000" marR="0" marT="0" marB="0"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 marL="90000" marR="90000" marT="46800" marB="468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ts val="21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40"/>
                        </a:lnSpc>
                      </a:pPr>
                      <a:endParaRPr lang="en-US" dirty="0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endParaRPr lang="en-US" sz="3600" dirty="0"/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40"/>
                        </a:lnSpc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108383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50M-80M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 marL="9000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6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18238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18M-25M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293942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22M-35M</a:t>
                      </a:r>
                      <a:endParaRPr lang="en-US" sz="10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i="0" dirty="0">
                          <a:solidFill>
                            <a:srgbClr val="C00000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600" b="1" i="0" dirty="0">
                          <a:solidFill>
                            <a:schemeClr val="bg1"/>
                          </a:solidFill>
                          <a:latin typeface="Arial Black" panose="020B0604020202020204" pitchFamily="34" charset="0"/>
                          <a:cs typeface="Arial Black" panose="020B0604020202020204" pitchFamily="34" charset="0"/>
                        </a:rPr>
                        <a:t>•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36679"/>
                  </a:ext>
                </a:extLst>
              </a:tr>
              <a:tr h="5951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276231359"/>
                  </a:ext>
                </a:extLst>
              </a:tr>
            </a:tbl>
          </a:graphicData>
        </a:graphic>
      </p:graphicFrame>
      <p:sp>
        <p:nvSpPr>
          <p:cNvPr id="8" name="Text Box 22">
            <a:extLst>
              <a:ext uri="{FF2B5EF4-FFF2-40B4-BE49-F238E27FC236}">
                <a16:creationId xmlns:a16="http://schemas.microsoft.com/office/drawing/2014/main" id="{11ED8A0D-165B-CA47-AFEE-CF1D6E2603D9}"/>
              </a:ext>
            </a:extLst>
          </p:cNvPr>
          <p:cNvSpPr txBox="1">
            <a:spLocks noChangeArrowheads="1"/>
          </p:cNvSpPr>
          <p:nvPr/>
        </p:nvSpPr>
        <p:spPr bwMode="auto">
          <a:xfrm rot="-1200000">
            <a:off x="6533771" y="4817634"/>
            <a:ext cx="5351617" cy="698051"/>
          </a:xfrm>
          <a:prstGeom prst="rect">
            <a:avLst/>
          </a:prstGeom>
          <a:solidFill>
            <a:srgbClr val="FFFFFF">
              <a:alpha val="50196"/>
            </a:srgbClr>
          </a:solidFill>
          <a:ln w="28575" algn="ctr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square" lIns="105092" tIns="101810" rIns="105092" bIns="10181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+mn-cs"/>
              </a:defRPr>
            </a:lvl9pPr>
          </a:lstStyle>
          <a:p>
            <a:pPr algn="ctr" defTabSz="731838"/>
            <a:r>
              <a:rPr lang="en-HK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page is an illustration of how to apply </a:t>
            </a:r>
            <a:r>
              <a:rPr lang="en-US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HK" sz="1600" dirty="0" err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HK" sz="16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plate. Please delete it before presenting.</a:t>
            </a:r>
            <a:endParaRPr lang="zh-CN" altLang="en-US" sz="1600" dirty="0">
              <a:solidFill>
                <a:schemeClr val="accent1"/>
              </a:solidFill>
              <a:latin typeface="Arial" panose="020B0604020202020204" pitchFamily="34" charset="0"/>
              <a:ea typeface="黑体" pitchFamily="2" charset="-122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D876C-8287-0742-B6A3-6E7B0411218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9" name="Chart 5">
            <a:extLst>
              <a:ext uri="{FF2B5EF4-FFF2-40B4-BE49-F238E27FC236}">
                <a16:creationId xmlns:a16="http://schemas.microsoft.com/office/drawing/2014/main" id="{B6415000-2029-1847-813A-3EE841878F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48035224"/>
              </p:ext>
            </p:extLst>
          </p:nvPr>
        </p:nvGraphicFramePr>
        <p:xfrm>
          <a:off x="781810" y="2597851"/>
          <a:ext cx="3852104" cy="29501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9929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4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Template</Template>
  <TotalTime>13</TotalTime>
  <Words>226</Words>
  <Application>Microsoft Office PowerPoint</Application>
  <PresentationFormat>Custom</PresentationFormat>
  <Paragraphs>83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Microsoft YaHei</vt:lpstr>
      <vt:lpstr>.AppleSystemUIFont</vt:lpstr>
      <vt:lpstr>Arial</vt:lpstr>
      <vt:lpstr>Arial Black</vt:lpstr>
      <vt:lpstr>Calibri</vt:lpstr>
      <vt:lpstr>Cover page_Image version</vt:lpstr>
      <vt:lpstr>Contents page</vt:lpstr>
      <vt:lpstr>Chapter page</vt:lpstr>
      <vt:lpstr>End page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Olga Havel</dc:creator>
  <cp:lastModifiedBy>Olga Havel</cp:lastModifiedBy>
  <cp:revision>3</cp:revision>
  <dcterms:created xsi:type="dcterms:W3CDTF">2020-08-28T08:36:40Z</dcterms:created>
  <dcterms:modified xsi:type="dcterms:W3CDTF">2026-03-15T03:50:33Z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(3)MvEcCh+nKrkGsOQoCYp8e/KAQ4mlNKRFfvD6Ku91fYcT9i70ntlVJb6Bl4wWkMYfmporRjby
804gLQUXNhfAIsih0EBF7pwX/u86T5NkkNdnwH6njj7ckaVCWaLoTdIFNjRVMupqUMT9pr7p
egc8Zkq53aNNmcnmBU+r84c+NSaFsaV53SHivNEwUeiUcN+RHKiFqg9LWGQ9o5DmyP9+5TOg
3G1ZCkm6rUnM7/K+bd</vt:lpwstr>
  </property>
  <property fmtid="{D5CDD505-2E9C-101B-9397-08002B2CF9AE}" pid="3" name="_2015_ms_pID_7253431">
    <vt:lpwstr>Fx77WoRTCrQE+qG3iqYG7eWGvTJJSHDRxB0PwMZFgPVyyW2i1G+A2x
UPLBpE8QGVSTZ/CcgdQiFtmaBCwUaDzLHRpk8JU/8bR012L2SGwDsQiruidaDrsdDUdwY0Rf
7nAQq6cwRaABqNuQaDte24oYH7JkCL8ub7TjG1rQeeheiQjTyK8LqxVnTirrMxTmnzNm+SWC
fWHOz3KzIwAhV7hbW4i1lf6cFjWrhrhv2ugc</vt:lpwstr>
  </property>
  <property fmtid="{D5CDD505-2E9C-101B-9397-08002B2CF9AE}" pid="4" name="_2015_ms_pID_7253432">
    <vt:lpwstr>IZwT1V5ZhHcmXGy6Q4q2BJA=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